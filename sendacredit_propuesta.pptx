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4663440" cy="64008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 (B2B - B2C)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8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C/Tarragona, 161, 08014 Barcelona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C/Paseo de la Castellana, 130, 28046 Madrid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C/Marqués de Larios, 4, 29005 Málaga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382512"/>
            <a:ext cx="12191695" cy="36576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ctr"/>
            <a:r>
              <a:rPr sz="15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