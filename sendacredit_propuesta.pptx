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47472"/>
            <a:ext cx="1078992" cy="6258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463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Cada caso entra en nuestro circuito con un punto de partida limpio, verificado y correctamente segmentado.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1  </a:t>
            </a:r>
            <a:r>
              <a:rPr sz="19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2  </a:t>
            </a:r>
            <a:r>
              <a:rPr sz="19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3  </a:t>
            </a:r>
            <a:r>
              <a:rPr sz="19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4  </a:t>
            </a:r>
            <a:r>
              <a:rPr sz="19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Formalización y seguimiento de planes de pago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5  </a:t>
            </a:r>
            <a:r>
              <a:rPr sz="19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6  </a:t>
            </a:r>
            <a:r>
              <a:rPr sz="19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KPIs de recuperación y productividad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7  </a:t>
            </a:r>
            <a:r>
              <a:rPr sz="19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8  </a:t>
            </a:r>
            <a:r>
              <a:rPr sz="19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Sin costes fijos: solo pagamos si recuperamos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1  </a:t>
            </a:r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6179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2  </a:t>
            </a:r>
            <a:r>
              <a:rPr sz="1700" b="1">
                <a:solidFill>
                  <a:srgbClr val="FFFFFF"/>
                </a:solidFill>
              </a:rPr>
              <a:t>Acción disuasoria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9603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603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Identificación visible de la gestión por parte de Sendacredit como elemento disuasorio frente al impago.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3  </a:t>
            </a:r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6179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4  </a:t>
            </a:r>
            <a:r>
              <a:rPr sz="1700" b="1">
                <a:solidFill>
                  <a:srgbClr val="FFFFFF"/>
                </a:solidFill>
              </a:rPr>
              <a:t>Ficheros de morosidad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9603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9603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Registro del deudor en ficheros de morosidad como medida adicional de presión y prevención.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6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8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0" dur="38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2" dur="38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4" dur="38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6" dur="38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8" dur="38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0" dur="38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2" dur="38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4" dur="38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74320"/>
            <a:ext cx="1024128" cy="5939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389888"/>
            <a:ext cx="1554480" cy="27432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CONTACTO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323015" cy="12801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8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27248"/>
            <a:ext cx="11323015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255264"/>
            <a:ext cx="11323015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Gran Vía 28, 4ª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madrid@sendacredit.com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089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089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205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548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205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Diagonal 211, 3ª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barcelona@sendacredit.com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886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5886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002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345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002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Larios 12, 2ª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malaga@sendacredit.com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1000">
                <a:solidFill>
                  <a:srgbClr val="2FDFE5"/>
                </a:solidFill>
              </a:rPr>
              <a:t>www.sendacredit.com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