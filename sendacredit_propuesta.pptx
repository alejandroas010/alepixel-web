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_b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54864"/>
            <a:ext cx="1463040" cy="8485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54864"/>
            <a:ext cx="1463040" cy="8485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54864"/>
            <a:ext cx="1463040" cy="8485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54864"/>
            <a:ext cx="1463040" cy="8485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54864"/>
            <a:ext cx="1463040" cy="8485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9" name="Picture 28" descr="s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