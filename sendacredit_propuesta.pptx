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4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40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5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5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5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5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C/Tarragona, 161, 08014 (Barcelona)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C/Paseo de la Castellana, 130, 28046 (Madrid)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C/Marqués de Larios, 4, 29005 (Málaga)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