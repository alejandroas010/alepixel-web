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51560" cy="6099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48640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66543"/>
            <a:ext cx="27432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585216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700" b="1">
                <a:solidFill>
                  <a:srgbClr val="2FDFE5"/>
                </a:solidFill>
              </a:rPr>
              <a:t>de 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45152"/>
            <a:ext cx="5120640" cy="43891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419088"/>
            <a:ext cx="2286000" cy="292608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0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Recepción de fichero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Acuse con hash de integridad automático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Validación y limpieza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de calidad de cartera en 24 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Segmentación inicial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Ventana de contacto 8:00-22:00, L-S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Negociación de acuerdos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Grabación de llamadas como respaldo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Seguimiento y cobro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Análisis de viabilidad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Decisión de elevación judicial en 48-72 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Proceso judicial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Reporting de estado mensual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Ejecución y cobro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Informes periódicos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Exportación en PDF, Excel y API 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Liquidación y remesas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Facturación electrónica certificada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Control de calidad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94944"/>
            <a:ext cx="822960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Gestión de Cobro Amistoso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4155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9603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603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4779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Recobro Judicial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2171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2171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Scoring &amp; Segmentación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4155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29603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9603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4779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Reporting &amp;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2171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2171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05840" cy="58338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121408" cy="1737360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9776" y="3291840"/>
            <a:ext cx="2121408" cy="1737360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9776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8648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98648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98648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56632" y="3291840"/>
            <a:ext cx="2121408" cy="1737360"/>
          </a:xfrm>
          <a:prstGeom prst="rect">
            <a:avLst/>
          </a:prstGeom>
          <a:solidFill>
            <a:srgbClr val="081438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75504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4572000" cy="256032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