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02352"/>
            <a:ext cx="4663440" cy="64008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 (B2B - B2C)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C/Tarragona, 161, 08014 (Barcelona)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C/Paseo de la Castellana, 130, 28046 (Madrid)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C/Marqués de Larios, 4, 29005 (Málaga)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