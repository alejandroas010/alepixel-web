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pagamos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ontac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24128" cy="59399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417320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5852160" cy="10515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0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34640"/>
            <a:ext cx="34747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71800"/>
            <a:ext cx="5669280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01568"/>
            <a:ext cx="1965960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01568"/>
            <a:ext cx="196596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557016"/>
            <a:ext cx="1709928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3904488"/>
            <a:ext cx="1709928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980688"/>
            <a:ext cx="1709928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3401568"/>
            <a:ext cx="1965960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33472" y="3401568"/>
            <a:ext cx="196596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61488" y="3557016"/>
            <a:ext cx="1709928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61488" y="3904488"/>
            <a:ext cx="1709928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3980688"/>
            <a:ext cx="1709928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64024" y="3401568"/>
            <a:ext cx="1965960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64024" y="3401568"/>
            <a:ext cx="196596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92040" y="3557016"/>
            <a:ext cx="1709928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92040" y="3904488"/>
            <a:ext cx="1709928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3980688"/>
            <a:ext cx="1709928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95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