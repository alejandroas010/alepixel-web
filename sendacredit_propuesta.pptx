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pagamos si recuperamos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  <p:pic>
        <p:nvPicPr>
          <p:cNvPr id="45" name="Picture 4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ontac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1965960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196596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709928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709928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709928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3401568"/>
            <a:ext cx="1965960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33472" y="3401568"/>
            <a:ext cx="196596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61488" y="3557016"/>
            <a:ext cx="1709928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61488" y="3904488"/>
            <a:ext cx="1709928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3980688"/>
            <a:ext cx="1709928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4024" y="3401568"/>
            <a:ext cx="1965960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64024" y="3401568"/>
            <a:ext cx="196596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2040" y="3557016"/>
            <a:ext cx="1709928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92040" y="3904488"/>
            <a:ext cx="1709928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3980688"/>
            <a:ext cx="1709928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