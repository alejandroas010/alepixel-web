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_b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82880"/>
            <a:ext cx="1417320" cy="822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102352"/>
            <a:ext cx="4663440" cy="64008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En un tiempo no superior a 48H para el inicio de las gestiones.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cobramos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_no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Valoración y compra de carteras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Análisis, valoración y adquisición de carteras de deuda fallida para maximizar la recuperación de activos.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Sello preventivo Sendacredit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4079595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Siéntase protegido frente a sus impagados.</a:t>
            </a:r>
          </a:p>
        </p:txBody>
      </p:sp>
      <p:pic>
        <p:nvPicPr>
          <p:cNvPr id="28" name="Picture 27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351" y="4966208"/>
            <a:ext cx="1115568" cy="11155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4320"/>
            <a:ext cx="1024128" cy="5939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389888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323015" cy="12801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8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27248"/>
            <a:ext cx="11323015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255264"/>
            <a:ext cx="11323015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C/Tarragona, 161, 08014 (Barcelona)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93 860 36 60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089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089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205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548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205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C/Paseo de la Castellana, 130, 28046 (Madrid)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91 038 00 81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886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5886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002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345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002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C/Marqués de Larios, 4, 29005 (Málaga)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95 174 57 01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1000">
                <a:solidFill>
                  <a:srgbClr val="2FDFE5"/>
                </a:solidFill>
              </a:rPr>
              <a:t>www.sendacredit.com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